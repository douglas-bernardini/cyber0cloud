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1" r:id="rId9"/>
    <p:sldId id="262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3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8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1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50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3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9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6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4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3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3852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5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5526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85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94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1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9B13F-EA62-4EDB-A31E-E827F9EDCD2C}" type="datetimeFigureOut">
              <a:rPr lang="en-US" smtClean="0"/>
              <a:t>3/25/2014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D4DB36C-CA78-465A-8A05-9C9FE2CC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6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GOOGLE CLOUD PLATFORM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DONE BY – </a:t>
            </a:r>
          </a:p>
          <a:p>
            <a:pPr algn="r"/>
            <a:r>
              <a:rPr lang="en-US" dirty="0" smtClean="0"/>
              <a:t>R SRI GAYATRI (10MSE0054)</a:t>
            </a:r>
          </a:p>
          <a:p>
            <a:pPr algn="r"/>
            <a:r>
              <a:rPr lang="en-US" dirty="0" smtClean="0"/>
              <a:t>PURVIKA SHARMA(10MSE0104)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14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On Google’s infrastructure – </a:t>
            </a:r>
          </a:p>
          <a:p>
            <a:pPr lvl="1"/>
            <a:r>
              <a:rPr lang="en-US" dirty="0" smtClean="0"/>
              <a:t>Develop your websites</a:t>
            </a:r>
          </a:p>
          <a:p>
            <a:pPr lvl="1"/>
            <a:r>
              <a:rPr lang="en-US" dirty="0" smtClean="0"/>
              <a:t>Applications</a:t>
            </a:r>
          </a:p>
          <a:p>
            <a:pPr lvl="1"/>
            <a:r>
              <a:rPr lang="en-US" dirty="0" smtClean="0"/>
              <a:t>Data storage</a:t>
            </a:r>
          </a:p>
          <a:p>
            <a:r>
              <a:rPr lang="en-US" dirty="0" smtClean="0"/>
              <a:t>Makes easier </a:t>
            </a:r>
          </a:p>
          <a:p>
            <a:pPr lvl="1"/>
            <a:r>
              <a:rPr lang="en-US" dirty="0" smtClean="0"/>
              <a:t>Computing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atabase management</a:t>
            </a:r>
          </a:p>
          <a:p>
            <a:pPr lvl="1"/>
            <a:r>
              <a:rPr lang="en-US" dirty="0" smtClean="0"/>
              <a:t>Storage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pplication development</a:t>
            </a:r>
          </a:p>
          <a:p>
            <a:r>
              <a:rPr lang="en-US" dirty="0" smtClean="0"/>
              <a:t>Assures </a:t>
            </a:r>
          </a:p>
          <a:p>
            <a:pPr lvl="1"/>
            <a:r>
              <a:rPr lang="en-US" dirty="0" smtClean="0"/>
              <a:t>Reliability</a:t>
            </a:r>
          </a:p>
          <a:p>
            <a:pPr lvl="1"/>
            <a:r>
              <a:rPr lang="en-US" dirty="0"/>
              <a:t>R</a:t>
            </a:r>
            <a:r>
              <a:rPr lang="en-US" dirty="0" smtClean="0"/>
              <a:t>obustness. </a:t>
            </a:r>
          </a:p>
        </p:txBody>
      </p:sp>
    </p:spTree>
    <p:extLst>
      <p:ext uri="{BB962C8B-B14F-4D97-AF65-F5344CB8AC3E}">
        <p14:creationId xmlns:p14="http://schemas.microsoft.com/office/powerpoint/2010/main" val="30531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Google App Engine</a:t>
            </a:r>
          </a:p>
          <a:p>
            <a:r>
              <a:rPr lang="en-US" dirty="0" smtClean="0"/>
              <a:t>Google Cloud Storage</a:t>
            </a:r>
          </a:p>
          <a:p>
            <a:r>
              <a:rPr lang="en-US" dirty="0" smtClean="0"/>
              <a:t>Google Big Query</a:t>
            </a:r>
          </a:p>
          <a:p>
            <a:r>
              <a:rPr lang="en-US" dirty="0" smtClean="0"/>
              <a:t>Google Compute Engine</a:t>
            </a:r>
          </a:p>
          <a:p>
            <a:r>
              <a:rPr lang="en-US" dirty="0" smtClean="0"/>
              <a:t>Google Cloud SQL</a:t>
            </a:r>
          </a:p>
          <a:p>
            <a:r>
              <a:rPr lang="en-US" dirty="0" smtClean="0"/>
              <a:t>Google Drive</a:t>
            </a:r>
          </a:p>
          <a:p>
            <a:r>
              <a:rPr lang="en-US" dirty="0" smtClean="0"/>
              <a:t>Gmail</a:t>
            </a:r>
          </a:p>
          <a:p>
            <a:r>
              <a:rPr lang="en-US" dirty="0" smtClean="0"/>
              <a:t>Google </a:t>
            </a:r>
            <a:r>
              <a:rPr lang="en-US" smtClean="0"/>
              <a:t>Calendar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42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CUSTOMERS..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Snapchat</a:t>
            </a:r>
            <a:endParaRPr lang="en-US" dirty="0" smtClean="0"/>
          </a:p>
          <a:p>
            <a:r>
              <a:rPr lang="en-US" dirty="0" err="1" smtClean="0"/>
              <a:t>Webfilings</a:t>
            </a:r>
            <a:endParaRPr lang="en-US" dirty="0" smtClean="0"/>
          </a:p>
          <a:p>
            <a:r>
              <a:rPr lang="en-US" dirty="0" err="1" smtClean="0"/>
              <a:t>Rovio</a:t>
            </a:r>
            <a:endParaRPr lang="en-US" dirty="0" smtClean="0"/>
          </a:p>
          <a:p>
            <a:r>
              <a:rPr lang="en-US" dirty="0" smtClean="0"/>
              <a:t>Khan Academy</a:t>
            </a:r>
          </a:p>
          <a:p>
            <a:r>
              <a:rPr lang="en-US" dirty="0" smtClean="0"/>
              <a:t>MAG Interactive</a:t>
            </a:r>
          </a:p>
          <a:p>
            <a:r>
              <a:rPr lang="en-US" dirty="0" smtClean="0"/>
              <a:t>Interactions Marketing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86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RELIABILTY?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Service shut down</a:t>
            </a:r>
          </a:p>
          <a:p>
            <a:r>
              <a:rPr lang="en-US" dirty="0" smtClean="0"/>
              <a:t>Performance problems</a:t>
            </a:r>
          </a:p>
          <a:p>
            <a:r>
              <a:rPr lang="en-US" dirty="0" smtClean="0"/>
              <a:t>Incorrect data problems</a:t>
            </a:r>
          </a:p>
          <a:p>
            <a:r>
              <a:rPr lang="en-US" dirty="0" smtClean="0"/>
              <a:t>Handling large number of simultaneous requests</a:t>
            </a:r>
          </a:p>
        </p:txBody>
      </p:sp>
    </p:spTree>
    <p:extLst>
      <p:ext uri="{BB962C8B-B14F-4D97-AF65-F5344CB8AC3E}">
        <p14:creationId xmlns:p14="http://schemas.microsoft.com/office/powerpoint/2010/main" val="148360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September 24, 2009: Gmail outage</a:t>
            </a:r>
          </a:p>
          <a:p>
            <a:r>
              <a:rPr lang="en-US" dirty="0" smtClean="0"/>
              <a:t>September 22, 2009: Google News outage</a:t>
            </a:r>
          </a:p>
          <a:p>
            <a:r>
              <a:rPr lang="en-US" dirty="0" smtClean="0"/>
              <a:t>September 1, 2009: Gmail outage</a:t>
            </a:r>
          </a:p>
          <a:p>
            <a:r>
              <a:rPr lang="en-US" dirty="0" smtClean="0"/>
              <a:t>May 14, 2009: Google network outage</a:t>
            </a:r>
          </a:p>
          <a:p>
            <a:r>
              <a:rPr lang="en-US" dirty="0" smtClean="0"/>
              <a:t>May 18, 2009: Google News outage</a:t>
            </a:r>
          </a:p>
          <a:p>
            <a:r>
              <a:rPr lang="en-US" dirty="0" smtClean="0"/>
              <a:t>March 9, 2009: Gmail outage</a:t>
            </a:r>
          </a:p>
          <a:p>
            <a:r>
              <a:rPr lang="en-US" dirty="0" smtClean="0"/>
              <a:t>August 7, 2008: Gmail and Google Apps outage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19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WAS DONE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33729"/>
          </a:xfrm>
        </p:spPr>
        <p:txBody>
          <a:bodyPr>
            <a:normAutofit/>
          </a:bodyPr>
          <a:lstStyle/>
          <a:p>
            <a:r>
              <a:rPr lang="en-US" dirty="0"/>
              <a:t>Distributed </a:t>
            </a:r>
            <a:r>
              <a:rPr lang="en-US" dirty="0" smtClean="0"/>
              <a:t>Systems</a:t>
            </a:r>
          </a:p>
          <a:p>
            <a:r>
              <a:rPr lang="en-US" dirty="0" smtClean="0"/>
              <a:t>Redundancy</a:t>
            </a:r>
          </a:p>
          <a:p>
            <a:r>
              <a:rPr lang="en-US" dirty="0" smtClean="0"/>
              <a:t>Performance Consistency</a:t>
            </a:r>
          </a:p>
          <a:p>
            <a:r>
              <a:rPr lang="en-US" dirty="0" smtClean="0"/>
              <a:t>Load Balancing</a:t>
            </a:r>
          </a:p>
          <a:p>
            <a:r>
              <a:rPr lang="en-US" dirty="0"/>
              <a:t>O</a:t>
            </a:r>
            <a:r>
              <a:rPr lang="en-US" dirty="0" smtClean="0"/>
              <a:t>ptimistic </a:t>
            </a:r>
            <a:r>
              <a:rPr lang="en-US" dirty="0" smtClean="0"/>
              <a:t>read </a:t>
            </a:r>
            <a:r>
              <a:rPr lang="en-US" dirty="0" smtClean="0"/>
              <a:t>caching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833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2010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21" y="2109355"/>
            <a:ext cx="8518981" cy="2280399"/>
          </a:xfrm>
        </p:spPr>
      </p:pic>
    </p:spTree>
    <p:extLst>
      <p:ext uri="{BB962C8B-B14F-4D97-AF65-F5344CB8AC3E}">
        <p14:creationId xmlns:p14="http://schemas.microsoft.com/office/powerpoint/2010/main" val="372874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2010 contd..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Google has created a competitive advantage in how it measures its SLA</a:t>
            </a:r>
          </a:p>
          <a:p>
            <a:r>
              <a:rPr lang="en-US" dirty="0" smtClean="0"/>
              <a:t>Gmail achieved an SLA of 99.984%</a:t>
            </a:r>
          </a:p>
          <a:p>
            <a:r>
              <a:rPr lang="en-US" dirty="0" smtClean="0"/>
              <a:t>Problem: the disappearing inbox syndrome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12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Very fast performance</a:t>
            </a:r>
          </a:p>
          <a:p>
            <a:r>
              <a:rPr lang="en-US" dirty="0" smtClean="0"/>
              <a:t>Wide range of services</a:t>
            </a:r>
          </a:p>
          <a:p>
            <a:r>
              <a:rPr lang="en-US" dirty="0" smtClean="0"/>
              <a:t>Deeper level SLA’s</a:t>
            </a:r>
          </a:p>
          <a:p>
            <a:r>
              <a:rPr lang="en-US" dirty="0" smtClean="0"/>
              <a:t>High Availability</a:t>
            </a:r>
          </a:p>
          <a:p>
            <a:r>
              <a:rPr lang="en-US" dirty="0"/>
              <a:t>Lower </a:t>
            </a:r>
            <a:r>
              <a:rPr lang="en-US" dirty="0" smtClean="0"/>
              <a:t>Price</a:t>
            </a:r>
          </a:p>
          <a:p>
            <a:r>
              <a:rPr lang="en-US" dirty="0" smtClean="0"/>
              <a:t>Durable </a:t>
            </a:r>
            <a:r>
              <a:rPr lang="en-US" dirty="0"/>
              <a:t>Reduced Availability Storage</a:t>
            </a:r>
          </a:p>
          <a:p>
            <a:r>
              <a:rPr lang="en-US" dirty="0"/>
              <a:t>36 New Compute Engine Instance </a:t>
            </a:r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High </a:t>
            </a:r>
            <a:r>
              <a:rPr lang="en-US" dirty="0"/>
              <a:t>Memory Instance</a:t>
            </a:r>
          </a:p>
          <a:p>
            <a:pPr lvl="1"/>
            <a:r>
              <a:rPr lang="en-US" dirty="0"/>
              <a:t>High CPU Instance</a:t>
            </a:r>
          </a:p>
          <a:p>
            <a:pPr lvl="1"/>
            <a:r>
              <a:rPr lang="en-US" dirty="0"/>
              <a:t>Diskless </a:t>
            </a:r>
            <a:r>
              <a:rPr lang="en-US" dirty="0" smtClean="0"/>
              <a:t>Configurations</a:t>
            </a:r>
          </a:p>
          <a:p>
            <a:r>
              <a:rPr lang="en-US" dirty="0"/>
              <a:t>99.95% SLA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75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DRIVE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March 18–19, 2013</a:t>
            </a:r>
          </a:p>
          <a:p>
            <a:r>
              <a:rPr lang="en-US" dirty="0" smtClean="0"/>
              <a:t>About 17 hours</a:t>
            </a:r>
          </a:p>
          <a:p>
            <a:r>
              <a:rPr lang="en-US" dirty="0" smtClean="0"/>
              <a:t>Became very slow</a:t>
            </a:r>
          </a:p>
          <a:p>
            <a:r>
              <a:rPr lang="en-US" dirty="0" smtClean="0"/>
              <a:t>Another outage: prevented users from accessing files</a:t>
            </a:r>
          </a:p>
          <a:p>
            <a:r>
              <a:rPr lang="en-US" dirty="0" smtClean="0"/>
              <a:t>Another outage: Google Drive went down for 12 hours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62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95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353</TotalTime>
  <Words>258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GOOGLE CLOUD PLATFORM</vt:lpstr>
      <vt:lpstr>INTRODUCTION</vt:lpstr>
      <vt:lpstr>MAJOR FEATURES</vt:lpstr>
      <vt:lpstr>SOME CUSTOMERS..</vt:lpstr>
      <vt:lpstr>WHY RELIABILTY?</vt:lpstr>
      <vt:lpstr>PROBLEMS</vt:lpstr>
      <vt:lpstr>WHAT WAS DONE</vt:lpstr>
      <vt:lpstr>2010</vt:lpstr>
      <vt:lpstr>2010 contd..</vt:lpstr>
      <vt:lpstr>CURRENT PERFORMANCE</vt:lpstr>
      <vt:lpstr>GOOGLE DRIVE PROBLEM</vt:lpstr>
      <vt:lpstr>THANK 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CLOUD PLATFORM</dc:title>
  <dc:creator>sony</dc:creator>
  <cp:lastModifiedBy>sony</cp:lastModifiedBy>
  <cp:revision>38</cp:revision>
  <dcterms:created xsi:type="dcterms:W3CDTF">2014-03-19T09:36:53Z</dcterms:created>
  <dcterms:modified xsi:type="dcterms:W3CDTF">2014-03-25T02:44:04Z</dcterms:modified>
</cp:coreProperties>
</file>